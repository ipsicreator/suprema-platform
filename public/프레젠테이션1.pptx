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73249-6436-ECBF-603E-D0228E591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8F6DE1-FBD7-04DF-5406-6A1E48426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6BF39-20E9-D921-CD7E-DE6BCC1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A8C117-41A4-FCBF-9E1B-885C62077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5D375F-A773-76B6-7A26-8768B73E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02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1CF12-24D7-6DEF-23DB-7D41484B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C81B21-5EBC-1AF5-1443-73FCEB42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8817D2-5A69-BCD4-3F4F-B8627B96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91020C-C126-055F-4664-7201030A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D9FBCD-2C36-91DE-626C-6A625BDC9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51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445B2-FFE3-BE62-F276-2193EF25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1D6A93-F16C-1CB3-062D-7D4612DE6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E5A64-BF95-83AA-4F89-1B49D292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E3B785-6366-3B6E-AE91-326BCE30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94D75-4DFF-4788-CA97-C560A354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9997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19D12-41A1-1B8F-4814-7B465FE6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0CA5ED-6085-0E9B-50D0-8E5CE6773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D3F20C-2901-09E3-EC83-D6D0C4529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1F6239-E75E-BDF3-A6D4-6B76DE85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984692-DB98-D703-FC22-C91F6C268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0D09C7-F586-D400-0BA9-3C0CF9F79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61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BC697-EB54-69B7-4913-DAB8A51EC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38ECF-8666-6645-97B1-8FDE91228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381A38-1C31-3C29-A560-0D7988F45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A336A1-E709-E3B8-DEE6-CC7BC23B0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F63CAA-86C4-AA4B-FEDC-B19CAE776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36F151-E4C2-94B0-91D2-B7390E70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A06771-C6BC-81F0-3744-61BF2871A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A8B506-CF9E-6BCB-DDBC-3CD0B525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2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1B8DA-DC4E-0A2E-FC41-C1025E4D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94CADC-F28A-83E4-60BA-4FC7B8C3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AB0412-D96D-573C-1F87-7D180FF6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749285-5C66-10AF-4B75-47DC0A45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92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069BB4-63EF-C9B6-7D8B-C715EAC6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907A3-F667-86BA-95E7-F588BAD88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9457F-3896-5733-F767-82D94BD25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445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83B73-1DB0-3B6B-ADC6-A2F9192E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D5EFCB-A7B2-1F00-05CC-A3FFA7751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7D2FB3-A194-B760-6E81-CA2C6674F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38AAA6-0088-7333-22E3-7ADC6EC7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2EC268-166B-3511-F99B-E9583CE8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F2B8D-7B8E-C72B-937E-2B0759760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489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CDCDB-A909-5B34-5645-743D9730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CFCECC-AE78-BBB0-7E42-985E681AF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BF8595-F923-9961-AF8D-9058B5D20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07324-D053-4FA9-C21D-2D75DCE0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527578-0B07-B0A1-CE98-5F6A5EDF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36FAC-B99F-D10C-77C0-124576A3D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362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03186-6434-C211-5C25-AC1BF8F8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7AAAB4-E28B-BD92-5268-39C8FFD2F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38EB7-978F-8217-1595-2D963E1F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71EFD0-7ADE-054F-0815-65A0AAD2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F9BC6-F426-E17C-2E82-B12A63E6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57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CFA4295-1313-00D8-4134-2F924FFB6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BDCF18-765C-9537-E8DF-1C6443178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7E6AF-C1F1-5A3B-4542-B2CBA154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39694-6427-065D-8B7D-18FF632D2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B0DA0-85D1-99F2-BA0C-766DB485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85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D58B95-1E04-0E7D-0073-9C2682DE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06890D-8864-CD2D-B5F9-EF43E956C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2F099-EA56-A46F-7A12-2D547A9A4E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D75B1-5431-45C7-9F66-A8780DB5DD1D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40975-6763-88C7-9DDC-6006ACDC7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D311C5-4F73-82EF-BC21-BA6FA64B5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38FB32-1553-4E4C-B673-4AC3C513C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73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ADE4F0A-6B40-0EB0-D4B4-94E54046F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36" y="980191"/>
            <a:ext cx="1151249" cy="4029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9773FB-FB19-07EC-CEFC-5200383D6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251" y="1412869"/>
            <a:ext cx="5418893" cy="21328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E847DD6-ABAD-E6CA-7719-C02F82482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251" y="3097680"/>
            <a:ext cx="5418893" cy="34149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56522C-428A-1265-4562-7755953CF384}"/>
              </a:ext>
            </a:extLst>
          </p:cNvPr>
          <p:cNvSpPr txBox="1"/>
          <p:nvPr/>
        </p:nvSpPr>
        <p:spPr>
          <a:xfrm>
            <a:off x="482336" y="1552392"/>
            <a:ext cx="5882808" cy="9730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학생부</a:t>
            </a:r>
            <a:r>
              <a:rPr lang="en-US" altLang="ko-KR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 AI</a:t>
            </a:r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분석</a:t>
            </a:r>
            <a:r>
              <a:rPr lang="en-US" altLang="ko-KR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·</a:t>
            </a:r>
            <a:r>
              <a:rPr lang="ko-KR" altLang="en-US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입시전략 플랫폼</a:t>
            </a:r>
            <a:br>
              <a:rPr lang="en-US" altLang="ko-KR" sz="200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BY </a:t>
            </a:r>
            <a:r>
              <a:rPr lang="ko-KR" altLang="en-US" sz="1050" dirty="0" err="1">
                <a:latin typeface="한컴 말랑말랑 Bold" panose="020F0803000000000000" pitchFamily="50" charset="-127"/>
                <a:ea typeface="한컴 말랑말랑 Bold" panose="020F0803000000000000" pitchFamily="50" charset="-127"/>
                <a:cs typeface="Arial" panose="020B0604020202020204" pitchFamily="34" charset="0"/>
              </a:rPr>
              <a:t>수프리마</a:t>
            </a:r>
            <a:endParaRPr lang="ko-KR" altLang="en-US" sz="1050" dirty="0">
              <a:latin typeface="한컴 말랑말랑 Bold" panose="020F0803000000000000" pitchFamily="50" charset="-127"/>
              <a:ea typeface="한컴 말랑말랑 Bold" panose="020F0803000000000000" pitchFamily="50" charset="-127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F9B4C-17F4-DDF1-FB42-D2596C30FD03}"/>
              </a:ext>
            </a:extLst>
          </p:cNvPr>
          <p:cNvSpPr txBox="1"/>
          <p:nvPr/>
        </p:nvSpPr>
        <p:spPr>
          <a:xfrm>
            <a:off x="5290019" y="1051238"/>
            <a:ext cx="1320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센터소개</a:t>
            </a:r>
          </a:p>
        </p:txBody>
      </p:sp>
    </p:spTree>
    <p:extLst>
      <p:ext uri="{BB962C8B-B14F-4D97-AF65-F5344CB8AC3E}">
        <p14:creationId xmlns:p14="http://schemas.microsoft.com/office/powerpoint/2010/main" val="89580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한컴 말랑말랑 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kiwook Lee</dc:creator>
  <cp:lastModifiedBy>kiwook Lee</cp:lastModifiedBy>
  <cp:revision>1</cp:revision>
  <dcterms:created xsi:type="dcterms:W3CDTF">2026-05-14T07:58:04Z</dcterms:created>
  <dcterms:modified xsi:type="dcterms:W3CDTF">2026-05-14T07:58:16Z</dcterms:modified>
</cp:coreProperties>
</file>